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70" r:id="rId11"/>
    <p:sldId id="267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87AAD-325D-4715-BC29-DF4E5364E7E0}" v="30" dt="2026-03-30T15:49:48.309"/>
    <p1510:client id="{8CC5ABDD-9FE2-4483-A29A-1871BC59DD85}" v="14" dt="2026-03-31T14:40:50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erry Milliard" userId="c84cb3b6-8387-4122-9404-fdb00d789116" providerId="ADAL" clId="{A65FED89-098D-4367-95E9-78799E1B0691}"/>
    <pc:docChg chg="undo custSel addSld delSld modSld sldOrd">
      <pc:chgData name="Thierry Milliard" userId="c84cb3b6-8387-4122-9404-fdb00d789116" providerId="ADAL" clId="{A65FED89-098D-4367-95E9-78799E1B0691}" dt="2026-03-31T14:44:18.794" v="2785" actId="47"/>
      <pc:docMkLst>
        <pc:docMk/>
      </pc:docMkLst>
      <pc:sldChg chg="modSp new mod">
        <pc:chgData name="Thierry Milliard" userId="c84cb3b6-8387-4122-9404-fdb00d789116" providerId="ADAL" clId="{A65FED89-098D-4367-95E9-78799E1B0691}" dt="2026-03-05T14:38:05.743" v="25" actId="20577"/>
        <pc:sldMkLst>
          <pc:docMk/>
          <pc:sldMk cId="2049628035" sldId="256"/>
        </pc:sldMkLst>
        <pc:spChg chg="mod">
          <ac:chgData name="Thierry Milliard" userId="c84cb3b6-8387-4122-9404-fdb00d789116" providerId="ADAL" clId="{A65FED89-098D-4367-95E9-78799E1B0691}" dt="2026-03-05T14:38:05.743" v="25" actId="20577"/>
          <ac:spMkLst>
            <pc:docMk/>
            <pc:sldMk cId="2049628035" sldId="256"/>
            <ac:spMk id="2" creationId="{726B1FC5-3FE9-AAB6-67F5-3121434A4D0D}"/>
          </ac:spMkLst>
        </pc:spChg>
      </pc:sldChg>
      <pc:sldChg chg="modSp new mod">
        <pc:chgData name="Thierry Milliard" userId="c84cb3b6-8387-4122-9404-fdb00d789116" providerId="ADAL" clId="{A65FED89-098D-4367-95E9-78799E1B0691}" dt="2026-03-31T08:40:31.425" v="1687" actId="20577"/>
        <pc:sldMkLst>
          <pc:docMk/>
          <pc:sldMk cId="2767211972" sldId="257"/>
        </pc:sldMkLst>
        <pc:spChg chg="mod">
          <ac:chgData name="Thierry Milliard" userId="c84cb3b6-8387-4122-9404-fdb00d789116" providerId="ADAL" clId="{A65FED89-098D-4367-95E9-78799E1B0691}" dt="2026-03-05T14:39:24.800" v="86" actId="313"/>
          <ac:spMkLst>
            <pc:docMk/>
            <pc:sldMk cId="2767211972" sldId="257"/>
            <ac:spMk id="2" creationId="{CA84FD89-7410-F581-18E0-5B5ADB8C228A}"/>
          </ac:spMkLst>
        </pc:spChg>
        <pc:spChg chg="mod">
          <ac:chgData name="Thierry Milliard" userId="c84cb3b6-8387-4122-9404-fdb00d789116" providerId="ADAL" clId="{A65FED89-098D-4367-95E9-78799E1B0691}" dt="2026-03-31T08:40:31.425" v="1687" actId="20577"/>
          <ac:spMkLst>
            <pc:docMk/>
            <pc:sldMk cId="2767211972" sldId="257"/>
            <ac:spMk id="3" creationId="{C8C2E714-49F3-1249-25D2-0E6422587AAB}"/>
          </ac:spMkLst>
        </pc:spChg>
      </pc:sldChg>
      <pc:sldChg chg="addSp delSp modSp add mod setBg">
        <pc:chgData name="Thierry Milliard" userId="c84cb3b6-8387-4122-9404-fdb00d789116" providerId="ADAL" clId="{A65FED89-098D-4367-95E9-78799E1B0691}" dt="2026-03-31T09:03:14.070" v="1978" actId="6549"/>
        <pc:sldMkLst>
          <pc:docMk/>
          <pc:sldMk cId="867387839" sldId="259"/>
        </pc:sldMkLst>
        <pc:spChg chg="mod">
          <ac:chgData name="Thierry Milliard" userId="c84cb3b6-8387-4122-9404-fdb00d789116" providerId="ADAL" clId="{A65FED89-098D-4367-95E9-78799E1B0691}" dt="2026-03-30T15:52:11.289" v="1217" actId="1076"/>
          <ac:spMkLst>
            <pc:docMk/>
            <pc:sldMk cId="867387839" sldId="259"/>
            <ac:spMk id="2" creationId="{4C4E503C-73D9-417D-83B4-5E399B534785}"/>
          </ac:spMkLst>
        </pc:spChg>
        <pc:spChg chg="mod">
          <ac:chgData name="Thierry Milliard" userId="c84cb3b6-8387-4122-9404-fdb00d789116" providerId="ADAL" clId="{A65FED89-098D-4367-95E9-78799E1B0691}" dt="2026-03-31T09:03:14.070" v="1978" actId="6549"/>
          <ac:spMkLst>
            <pc:docMk/>
            <pc:sldMk cId="867387839" sldId="259"/>
            <ac:spMk id="3" creationId="{928E6519-4F17-06FB-0AA0-475EDEC24B5D}"/>
          </ac:spMkLst>
        </pc:spChg>
        <pc:spChg chg="add del">
          <ac:chgData name="Thierry Milliard" userId="c84cb3b6-8387-4122-9404-fdb00d789116" providerId="ADAL" clId="{A65FED89-098D-4367-95E9-78799E1B0691}" dt="2026-03-30T15:51:20.227" v="1206" actId="26606"/>
          <ac:spMkLst>
            <pc:docMk/>
            <pc:sldMk cId="867387839" sldId="259"/>
            <ac:spMk id="10" creationId="{45D37F4E-DDB4-456B-97E0-9937730A039F}"/>
          </ac:spMkLst>
        </pc:spChg>
        <pc:spChg chg="add del">
          <ac:chgData name="Thierry Milliard" userId="c84cb3b6-8387-4122-9404-fdb00d789116" providerId="ADAL" clId="{A65FED89-098D-4367-95E9-78799E1B0691}" dt="2026-03-30T15:51:20.227" v="1206" actId="26606"/>
          <ac:spMkLst>
            <pc:docMk/>
            <pc:sldMk cId="867387839" sldId="259"/>
            <ac:spMk id="12" creationId="{B2DD41CD-8F47-4F56-AD12-4E2FF7696987}"/>
          </ac:spMkLst>
        </pc:spChg>
        <pc:picChg chg="add del mod">
          <ac:chgData name="Thierry Milliard" userId="c84cb3b6-8387-4122-9404-fdb00d789116" providerId="ADAL" clId="{A65FED89-098D-4367-95E9-78799E1B0691}" dt="2026-03-30T15:54:37.432" v="1309" actId="478"/>
          <ac:picMkLst>
            <pc:docMk/>
            <pc:sldMk cId="867387839" sldId="259"/>
            <ac:picMk id="5" creationId="{FC0CF2F5-D87E-0815-E8C1-1262C0F3C60A}"/>
          </ac:picMkLst>
        </pc:picChg>
      </pc:sldChg>
      <pc:sldChg chg="modSp add mod">
        <pc:chgData name="Thierry Milliard" userId="c84cb3b6-8387-4122-9404-fdb00d789116" providerId="ADAL" clId="{A65FED89-098D-4367-95E9-78799E1B0691}" dt="2026-03-31T14:34:12.265" v="1990" actId="20577"/>
        <pc:sldMkLst>
          <pc:docMk/>
          <pc:sldMk cId="3378267151" sldId="261"/>
        </pc:sldMkLst>
        <pc:spChg chg="mod">
          <ac:chgData name="Thierry Milliard" userId="c84cb3b6-8387-4122-9404-fdb00d789116" providerId="ADAL" clId="{A65FED89-098D-4367-95E9-78799E1B0691}" dt="2026-03-31T14:34:07.556" v="1988" actId="404"/>
          <ac:spMkLst>
            <pc:docMk/>
            <pc:sldMk cId="3378267151" sldId="261"/>
            <ac:spMk id="2" creationId="{FA11D8D9-0A85-B048-B8A8-9BAAC9DCCD33}"/>
          </ac:spMkLst>
        </pc:spChg>
        <pc:spChg chg="mod">
          <ac:chgData name="Thierry Milliard" userId="c84cb3b6-8387-4122-9404-fdb00d789116" providerId="ADAL" clId="{A65FED89-098D-4367-95E9-78799E1B0691}" dt="2026-03-31T14:34:12.265" v="1990" actId="20577"/>
          <ac:spMkLst>
            <pc:docMk/>
            <pc:sldMk cId="3378267151" sldId="261"/>
            <ac:spMk id="3" creationId="{E40E1A62-FA9E-DDC7-E6EA-B2DD535BA217}"/>
          </ac:spMkLst>
        </pc:spChg>
      </pc:sldChg>
      <pc:sldChg chg="modSp add mod">
        <pc:chgData name="Thierry Milliard" userId="c84cb3b6-8387-4122-9404-fdb00d789116" providerId="ADAL" clId="{A65FED89-098D-4367-95E9-78799E1B0691}" dt="2026-03-31T14:34:32.954" v="2001" actId="6549"/>
        <pc:sldMkLst>
          <pc:docMk/>
          <pc:sldMk cId="3268816074" sldId="262"/>
        </pc:sldMkLst>
        <pc:spChg chg="mod">
          <ac:chgData name="Thierry Milliard" userId="c84cb3b6-8387-4122-9404-fdb00d789116" providerId="ADAL" clId="{A65FED89-098D-4367-95E9-78799E1B0691}" dt="2026-03-31T14:34:18.715" v="1999" actId="20577"/>
          <ac:spMkLst>
            <pc:docMk/>
            <pc:sldMk cId="3268816074" sldId="262"/>
            <ac:spMk id="2" creationId="{EF6BEAEE-C905-C0FE-7EE1-2CEB22CAF8D8}"/>
          </ac:spMkLst>
        </pc:spChg>
        <pc:spChg chg="mod">
          <ac:chgData name="Thierry Milliard" userId="c84cb3b6-8387-4122-9404-fdb00d789116" providerId="ADAL" clId="{A65FED89-098D-4367-95E9-78799E1B0691}" dt="2026-03-31T14:34:32.954" v="2001" actId="6549"/>
          <ac:spMkLst>
            <pc:docMk/>
            <pc:sldMk cId="3268816074" sldId="262"/>
            <ac:spMk id="3" creationId="{9AD291A6-90AC-96A0-FCC1-FFB9C2C2B365}"/>
          </ac:spMkLst>
        </pc:spChg>
      </pc:sldChg>
      <pc:sldChg chg="modSp add mod">
        <pc:chgData name="Thierry Milliard" userId="c84cb3b6-8387-4122-9404-fdb00d789116" providerId="ADAL" clId="{A65FED89-098D-4367-95E9-78799E1B0691}" dt="2026-03-31T14:35:51.545" v="2111" actId="6549"/>
        <pc:sldMkLst>
          <pc:docMk/>
          <pc:sldMk cId="789090320" sldId="263"/>
        </pc:sldMkLst>
        <pc:spChg chg="mod">
          <ac:chgData name="Thierry Milliard" userId="c84cb3b6-8387-4122-9404-fdb00d789116" providerId="ADAL" clId="{A65FED89-098D-4367-95E9-78799E1B0691}" dt="2026-03-18T11:14:11.118" v="749" actId="20577"/>
          <ac:spMkLst>
            <pc:docMk/>
            <pc:sldMk cId="789090320" sldId="263"/>
            <ac:spMk id="2" creationId="{F3116014-8C0E-AADE-F99A-D86549074E28}"/>
          </ac:spMkLst>
        </pc:spChg>
        <pc:spChg chg="mod">
          <ac:chgData name="Thierry Milliard" userId="c84cb3b6-8387-4122-9404-fdb00d789116" providerId="ADAL" clId="{A65FED89-098D-4367-95E9-78799E1B0691}" dt="2026-03-31T14:35:51.545" v="2111" actId="6549"/>
          <ac:spMkLst>
            <pc:docMk/>
            <pc:sldMk cId="789090320" sldId="263"/>
            <ac:spMk id="3" creationId="{BBBBCFB6-1438-06E2-5F8F-7CDED83AAF01}"/>
          </ac:spMkLst>
        </pc:spChg>
      </pc:sldChg>
      <pc:sldChg chg="modSp add mod">
        <pc:chgData name="Thierry Milliard" userId="c84cb3b6-8387-4122-9404-fdb00d789116" providerId="ADAL" clId="{A65FED89-098D-4367-95E9-78799E1B0691}" dt="2026-03-30T15:43:29.359" v="922" actId="20577"/>
        <pc:sldMkLst>
          <pc:docMk/>
          <pc:sldMk cId="2982460729" sldId="264"/>
        </pc:sldMkLst>
        <pc:spChg chg="mod">
          <ac:chgData name="Thierry Milliard" userId="c84cb3b6-8387-4122-9404-fdb00d789116" providerId="ADAL" clId="{A65FED89-098D-4367-95E9-78799E1B0691}" dt="2026-03-19T08:28:59.856" v="844" actId="20577"/>
          <ac:spMkLst>
            <pc:docMk/>
            <pc:sldMk cId="2982460729" sldId="264"/>
            <ac:spMk id="2" creationId="{724B84C0-256E-E048-044E-C1FB905F426A}"/>
          </ac:spMkLst>
        </pc:spChg>
        <pc:spChg chg="mod">
          <ac:chgData name="Thierry Milliard" userId="c84cb3b6-8387-4122-9404-fdb00d789116" providerId="ADAL" clId="{A65FED89-098D-4367-95E9-78799E1B0691}" dt="2026-03-30T15:43:29.359" v="922" actId="20577"/>
          <ac:spMkLst>
            <pc:docMk/>
            <pc:sldMk cId="2982460729" sldId="264"/>
            <ac:spMk id="3" creationId="{732ADC4D-1784-95E5-8927-8D812C324C3D}"/>
          </ac:spMkLst>
        </pc:spChg>
      </pc:sldChg>
      <pc:sldChg chg="modSp add mod">
        <pc:chgData name="Thierry Milliard" userId="c84cb3b6-8387-4122-9404-fdb00d789116" providerId="ADAL" clId="{A65FED89-098D-4367-95E9-78799E1B0691}" dt="2026-03-31T14:37:05.172" v="2216" actId="6549"/>
        <pc:sldMkLst>
          <pc:docMk/>
          <pc:sldMk cId="1304219627" sldId="265"/>
        </pc:sldMkLst>
        <pc:spChg chg="mod">
          <ac:chgData name="Thierry Milliard" userId="c84cb3b6-8387-4122-9404-fdb00d789116" providerId="ADAL" clId="{A65FED89-098D-4367-95E9-78799E1B0691}" dt="2026-03-19T09:28:28.265" v="855" actId="20577"/>
          <ac:spMkLst>
            <pc:docMk/>
            <pc:sldMk cId="1304219627" sldId="265"/>
            <ac:spMk id="2" creationId="{99B323DC-2910-7FD4-6EA8-181F53C18C79}"/>
          </ac:spMkLst>
        </pc:spChg>
        <pc:spChg chg="mod">
          <ac:chgData name="Thierry Milliard" userId="c84cb3b6-8387-4122-9404-fdb00d789116" providerId="ADAL" clId="{A65FED89-098D-4367-95E9-78799E1B0691}" dt="2026-03-31T14:37:05.172" v="2216" actId="6549"/>
          <ac:spMkLst>
            <pc:docMk/>
            <pc:sldMk cId="1304219627" sldId="265"/>
            <ac:spMk id="3" creationId="{A49EF491-96B2-8D5A-CD29-B9CF9E032674}"/>
          </ac:spMkLst>
        </pc:spChg>
      </pc:sldChg>
      <pc:sldChg chg="modSp add mod">
        <pc:chgData name="Thierry Milliard" userId="c84cb3b6-8387-4122-9404-fdb00d789116" providerId="ADAL" clId="{A65FED89-098D-4367-95E9-78799E1B0691}" dt="2026-03-31T14:41:46.744" v="2594" actId="20577"/>
        <pc:sldMkLst>
          <pc:docMk/>
          <pc:sldMk cId="2925169320" sldId="266"/>
        </pc:sldMkLst>
        <pc:spChg chg="mod">
          <ac:chgData name="Thierry Milliard" userId="c84cb3b6-8387-4122-9404-fdb00d789116" providerId="ADAL" clId="{A65FED89-098D-4367-95E9-78799E1B0691}" dt="2026-03-19T10:23:09.758" v="865" actId="6549"/>
          <ac:spMkLst>
            <pc:docMk/>
            <pc:sldMk cId="2925169320" sldId="266"/>
            <ac:spMk id="2" creationId="{538ADAB9-4346-A0F0-D021-CEE8DC74C2AB}"/>
          </ac:spMkLst>
        </pc:spChg>
        <pc:spChg chg="mod">
          <ac:chgData name="Thierry Milliard" userId="c84cb3b6-8387-4122-9404-fdb00d789116" providerId="ADAL" clId="{A65FED89-098D-4367-95E9-78799E1B0691}" dt="2026-03-31T14:41:46.744" v="2594" actId="20577"/>
          <ac:spMkLst>
            <pc:docMk/>
            <pc:sldMk cId="2925169320" sldId="266"/>
            <ac:spMk id="3" creationId="{94EB7F46-71E8-90C2-94B5-284107C45A7E}"/>
          </ac:spMkLst>
        </pc:spChg>
      </pc:sldChg>
      <pc:sldChg chg="modSp add mod">
        <pc:chgData name="Thierry Milliard" userId="c84cb3b6-8387-4122-9404-fdb00d789116" providerId="ADAL" clId="{A65FED89-098D-4367-95E9-78799E1B0691}" dt="2026-03-31T14:44:06.885" v="2783" actId="20577"/>
        <pc:sldMkLst>
          <pc:docMk/>
          <pc:sldMk cId="1576466483" sldId="267"/>
        </pc:sldMkLst>
        <pc:spChg chg="mod">
          <ac:chgData name="Thierry Milliard" userId="c84cb3b6-8387-4122-9404-fdb00d789116" providerId="ADAL" clId="{A65FED89-098D-4367-95E9-78799E1B0691}" dt="2026-03-31T14:42:06.633" v="2623" actId="20577"/>
          <ac:spMkLst>
            <pc:docMk/>
            <pc:sldMk cId="1576466483" sldId="267"/>
            <ac:spMk id="2" creationId="{71C59ECD-46EE-F92B-3459-AA49C5B250A7}"/>
          </ac:spMkLst>
        </pc:spChg>
        <pc:spChg chg="mod">
          <ac:chgData name="Thierry Milliard" userId="c84cb3b6-8387-4122-9404-fdb00d789116" providerId="ADAL" clId="{A65FED89-098D-4367-95E9-78799E1B0691}" dt="2026-03-31T14:44:06.885" v="2783" actId="20577"/>
          <ac:spMkLst>
            <pc:docMk/>
            <pc:sldMk cId="1576466483" sldId="267"/>
            <ac:spMk id="3" creationId="{86EF4F9C-DEE5-4F66-10C3-A152B74C8E73}"/>
          </ac:spMkLst>
        </pc:spChg>
      </pc:sldChg>
      <pc:sldChg chg="add del">
        <pc:chgData name="Thierry Milliard" userId="c84cb3b6-8387-4122-9404-fdb00d789116" providerId="ADAL" clId="{A65FED89-098D-4367-95E9-78799E1B0691}" dt="2026-03-31T14:44:17.676" v="2784" actId="47"/>
        <pc:sldMkLst>
          <pc:docMk/>
          <pc:sldMk cId="3597903176" sldId="268"/>
        </pc:sldMkLst>
      </pc:sldChg>
      <pc:sldChg chg="add del">
        <pc:chgData name="Thierry Milliard" userId="c84cb3b6-8387-4122-9404-fdb00d789116" providerId="ADAL" clId="{A65FED89-098D-4367-95E9-78799E1B0691}" dt="2026-03-31T14:44:18.794" v="2785" actId="47"/>
        <pc:sldMkLst>
          <pc:docMk/>
          <pc:sldMk cId="1919013498" sldId="269"/>
        </pc:sldMkLst>
      </pc:sldChg>
      <pc:sldChg chg="modSp add mod">
        <pc:chgData name="Thierry Milliard" userId="c84cb3b6-8387-4122-9404-fdb00d789116" providerId="ADAL" clId="{A65FED89-098D-4367-95E9-78799E1B0691}" dt="2026-03-31T14:41:22.318" v="2560" actId="6549"/>
        <pc:sldMkLst>
          <pc:docMk/>
          <pc:sldMk cId="2820768447" sldId="270"/>
        </pc:sldMkLst>
        <pc:spChg chg="mod">
          <ac:chgData name="Thierry Milliard" userId="c84cb3b6-8387-4122-9404-fdb00d789116" providerId="ADAL" clId="{A65FED89-098D-4367-95E9-78799E1B0691}" dt="2026-03-31T14:40:57.704" v="2544" actId="20577"/>
          <ac:spMkLst>
            <pc:docMk/>
            <pc:sldMk cId="2820768447" sldId="270"/>
            <ac:spMk id="2" creationId="{F75BC4C6-246A-FB07-B8C3-352F0D70F81E}"/>
          </ac:spMkLst>
        </pc:spChg>
        <pc:spChg chg="mod">
          <ac:chgData name="Thierry Milliard" userId="c84cb3b6-8387-4122-9404-fdb00d789116" providerId="ADAL" clId="{A65FED89-098D-4367-95E9-78799E1B0691}" dt="2026-03-31T14:41:22.318" v="2560" actId="6549"/>
          <ac:spMkLst>
            <pc:docMk/>
            <pc:sldMk cId="2820768447" sldId="270"/>
            <ac:spMk id="3" creationId="{F04451C6-693C-A5C4-23FB-6ACB68CB0A0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6A2D56-5E65-0BBA-69AF-FBE870BED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D766C3A-B97B-0D6D-AEBC-7C0162D37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00D3B0-4834-480D-9FAB-6B95E207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3D6CF8-6680-B165-6D23-D18590EE5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9EEAF3-0661-CBAF-57A4-A87D4A72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50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93995-ABD0-793B-1A18-9996DCB8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A178B7-F697-EFF4-ABE6-404BC8A2C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91B00F-DB93-AD6A-50EB-13F8A62A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FF7C14-D86F-3292-963C-077955ADE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556EDD-36B9-8586-9E1C-8C0B0467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911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B13396-A716-AF84-F3EA-AAA444E6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C38778-D189-3217-6886-04F959BD3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D600CC-3288-9890-680C-EC70EF5E2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CFC40D-E5F2-A129-79B8-A62A66D53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E4A4F4-92C2-1246-C9E0-7F4FC2B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777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98535F-44AC-84A7-FD07-4B4B7435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19172B-54D4-D7F5-89B7-292CE0C24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20C8BF5-30C3-7A4A-5355-13E365323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1B3D2FA-39C4-4B80-4F15-EC0E1A3D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7F8BA1-6338-AD83-D1E0-982CDBB0F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6DEE72-0D33-0048-3C70-2AF1A069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307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A122F9-5D3E-C49F-AF4A-A22AA3A42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9EC660-C4DB-D891-D381-F5F9C84EE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6FB6DD-99C4-CA75-5B55-D64615375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AC26785-085E-EAB8-0B60-D294776F9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3ADF62A-1725-C53A-B4DD-59C5F3072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660901B-FA92-DBD9-D9A5-5C22AA06F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A5DEFB5-87C0-F987-D734-F0A78EE8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33045A8-BE03-521B-8AA8-1608FC5E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0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9E0DC4-EFD7-CCFA-B99A-9A66DBD5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E5D702A-38EA-A283-B81C-52A5DEEF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A7D2427-0A22-3B60-24C1-7AA6010B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D88FEF-DE7A-A230-0192-54F6C6DE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52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2B19F0E-FFD8-3A2D-228F-FAFC7CC7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6B4D8E6-8B16-86F2-0DB0-7DE6E192F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CB34FB-3C77-F371-AB44-A6391D5D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84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28447A-1B72-5E4D-BE47-086B9334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043054-B5F4-5888-AA43-8BF4E1D65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05E839-6F13-1FE5-B142-D2AEBD153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5BA896-18AD-F830-F5DE-49BF0B27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4825CC-CB76-B06D-6E12-D38E90133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714C76-E7DD-FEDE-5AF4-B321E0074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91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7CDDB8-676A-CF1B-3D98-7EB1B007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B411F34-0EA0-9FFE-4CB5-2F63E8F52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386378-7D40-6771-D781-9BA9A4CB4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A48167-5966-0231-F7E1-3DD2566F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A190C3-758F-78D2-7FD2-3DEF3516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F27007-0EC4-DCBF-E896-E357F8F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277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E2A1DC-4B99-2982-4B77-B3BBAFBA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0C74DE9-5BA2-05AB-6CE8-B0A8ECA52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367EEA-61AB-C0E2-C417-863F763C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1DD83C-D271-96B2-FEAF-E01B81594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F77E48-3251-8015-5C37-4E3729E55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682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6CC59FC-7288-D9DE-AD9B-0D7579301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BC28C6-775B-02CA-08C9-4A7B94C27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E3FE05-6676-F545-AEB2-3CC5E92C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7E2812-C4A9-BA8E-4C75-E89D5DA13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A2FABD-0F5D-4940-E27E-6FF76F06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3107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983857-B353-32D3-9DF8-A7687E530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647767-DBD3-01C6-932D-DA4196B9C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47D5E7-BA81-00EC-7EF4-D39E5FA6B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817C4-5B42-4E74-998E-616251B242F8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7364B4-014F-F61F-7882-88027877C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DEA050-F064-F899-BF25-F0C348BC4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CDEEE3-105A-470D-B47A-86B8915E24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288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xxx-your-mas-xxx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xxx-your-servicenow-xxx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B1FC5-3FE9-AAB6-67F5-3121434A4D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Maximo IWHI synergy demo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0F37BCA-EFC5-4780-23B8-6D09911183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628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84FD89-7410-F581-18E0-5B5ADB8C2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Salesforce account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C2E714-49F3-1249-25D2-0E642258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02562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2000" dirty="0"/>
              <a:t>You need a salesforce env : </a:t>
            </a:r>
          </a:p>
          <a:p>
            <a:pPr marL="0" indent="0">
              <a:buNone/>
            </a:pPr>
            <a:r>
              <a:rPr lang="fr-FR" sz="2000" dirty="0"/>
              <a:t>https://XXX-YOUR-ORD-XXX.develop.my.salesforce.com</a:t>
            </a:r>
          </a:p>
          <a:p>
            <a:pPr marL="0" indent="0">
              <a:buNone/>
            </a:pPr>
            <a:r>
              <a:rPr lang="fr-FR" sz="2000" dirty="0"/>
              <a:t> </a:t>
            </a:r>
          </a:p>
          <a:p>
            <a:pPr marL="0" indent="0">
              <a:buNone/>
            </a:pPr>
            <a:r>
              <a:rPr lang="fr-FR" sz="2000" dirty="0"/>
              <a:t>User : your.username.XXXXXXX@agentforce.com</a:t>
            </a:r>
          </a:p>
          <a:p>
            <a:pPr marL="0" indent="0">
              <a:buNone/>
            </a:pPr>
            <a:r>
              <a:rPr lang="fr-FR" sz="2000" dirty="0"/>
              <a:t>Password : XXX-YOUR-PASSWORD-XXX</a:t>
            </a:r>
          </a:p>
          <a:p>
            <a:pPr marL="0" indent="0">
              <a:buNone/>
            </a:pPr>
            <a:r>
              <a:rPr lang="fr-FR" sz="2000" dirty="0"/>
              <a:t> </a:t>
            </a:r>
          </a:p>
          <a:p>
            <a:pPr marL="0" indent="0">
              <a:buNone/>
            </a:pPr>
            <a:r>
              <a:rPr lang="fr-FR" sz="2000" dirty="0" err="1"/>
              <a:t>Your</a:t>
            </a:r>
            <a:r>
              <a:rPr lang="fr-FR" sz="2000" dirty="0"/>
              <a:t> </a:t>
            </a:r>
            <a:r>
              <a:rPr lang="fr-FR" sz="2000" dirty="0" err="1"/>
              <a:t>edition</a:t>
            </a:r>
            <a:r>
              <a:rPr lang="fr-FR" sz="2000" dirty="0"/>
              <a:t> </a:t>
            </a:r>
            <a:r>
              <a:rPr lang="fr-FR" sz="2000" dirty="0" err="1"/>
              <a:t>Developer</a:t>
            </a:r>
            <a:r>
              <a:rPr lang="fr-FR" sz="2000" dirty="0"/>
              <a:t>, expires </a:t>
            </a:r>
            <a:r>
              <a:rPr lang="fr-FR" sz="2000" dirty="0" err="1"/>
              <a:t>after</a:t>
            </a:r>
            <a:r>
              <a:rPr lang="fr-FR" sz="2000" dirty="0"/>
              <a:t> 45 </a:t>
            </a:r>
            <a:r>
              <a:rPr lang="fr-FR" sz="2000" dirty="0" err="1"/>
              <a:t>days</a:t>
            </a:r>
            <a:r>
              <a:rPr lang="fr-FR" sz="2000" dirty="0"/>
              <a:t> </a:t>
            </a:r>
            <a:r>
              <a:rPr lang="fr-FR" sz="2000" dirty="0" err="1"/>
              <a:t>inactivity</a:t>
            </a:r>
            <a:r>
              <a:rPr lang="fr-F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7211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CCE5A-35D0-6F31-C1FF-B44B63D7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4E503C-73D9-417D-83B4-5E399B534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152"/>
            <a:ext cx="10515600" cy="646552"/>
          </a:xfrm>
        </p:spPr>
        <p:txBody>
          <a:bodyPr>
            <a:normAutofit fontScale="90000"/>
          </a:bodyPr>
          <a:lstStyle/>
          <a:p>
            <a:r>
              <a:rPr lang="en-US" dirty="0"/>
              <a:t>Maximo Environment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8E6519-4F17-06FB-0AA0-475EDEC24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15" y="1527310"/>
            <a:ext cx="11256523" cy="4745466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800" dirty="0"/>
              <a:t>You </a:t>
            </a:r>
            <a:r>
              <a:rPr lang="fr-FR" sz="1800" dirty="0" err="1"/>
              <a:t>need</a:t>
            </a:r>
            <a:r>
              <a:rPr lang="fr-FR" sz="1800" dirty="0"/>
              <a:t> a MAS </a:t>
            </a:r>
            <a:r>
              <a:rPr lang="fr-FR" sz="1800" dirty="0" err="1"/>
              <a:t>env</a:t>
            </a:r>
            <a:r>
              <a:rPr lang="fr-FR" sz="1800" dirty="0"/>
              <a:t> :</a:t>
            </a:r>
          </a:p>
          <a:p>
            <a:pPr marL="0" indent="0">
              <a:buNone/>
            </a:pPr>
            <a:r>
              <a:rPr lang="fr-FR" sz="1800" dirty="0">
                <a:hlinkClick r:id="rId2"/>
              </a:rPr>
              <a:t>https://XXX-YOUR-MAS-XXX</a:t>
            </a:r>
            <a:endParaRPr lang="fr-FR" sz="1800" dirty="0"/>
          </a:p>
          <a:p>
            <a:pPr marL="0" indent="0">
              <a:buNone/>
            </a:pPr>
            <a:r>
              <a:rPr lang="fr-FR" sz="1800" dirty="0"/>
              <a:t>login: XXX-YOUR-USERNAME-XXX</a:t>
            </a:r>
          </a:p>
          <a:p>
            <a:pPr marL="0" indent="0">
              <a:buNone/>
            </a:pPr>
            <a:r>
              <a:rPr lang="fr-FR" sz="1800" dirty="0" err="1"/>
              <a:t>pwd</a:t>
            </a:r>
            <a:r>
              <a:rPr lang="fr-FR" sz="1800" dirty="0"/>
              <a:t>: XXX-YOUR-PASSWORD-XXX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1800" dirty="0"/>
              <a:t>To </a:t>
            </a:r>
            <a:r>
              <a:rPr lang="fr-FR" sz="1800" dirty="0" err="1"/>
              <a:t>acces</a:t>
            </a:r>
            <a:r>
              <a:rPr lang="fr-FR" sz="1800" dirty="0"/>
              <a:t> the APIs , </a:t>
            </a:r>
            <a:r>
              <a:rPr lang="fr-FR" sz="1800" dirty="0" err="1"/>
              <a:t>you</a:t>
            </a:r>
            <a:r>
              <a:rPr lang="fr-FR" sz="1800" dirty="0"/>
              <a:t> </a:t>
            </a:r>
            <a:r>
              <a:rPr lang="fr-FR" sz="1800" dirty="0" err="1"/>
              <a:t>need</a:t>
            </a:r>
            <a:r>
              <a:rPr lang="fr-FR" sz="1800" dirty="0"/>
              <a:t> an API key : </a:t>
            </a:r>
          </a:p>
          <a:p>
            <a:pPr marL="0" indent="0">
              <a:buNone/>
            </a:pPr>
            <a:r>
              <a:rPr lang="fr-FR" sz="1800" dirty="0" err="1"/>
              <a:t>Left</a:t>
            </a:r>
            <a:r>
              <a:rPr lang="fr-FR" sz="1800" dirty="0"/>
              <a:t> Menu : Integration , </a:t>
            </a:r>
            <a:r>
              <a:rPr lang="fr-FR" sz="1800" dirty="0" err="1"/>
              <a:t>then</a:t>
            </a:r>
            <a:r>
              <a:rPr lang="fr-FR" sz="1800" dirty="0"/>
              <a:t> </a:t>
            </a:r>
            <a:r>
              <a:rPr lang="fr-FR" sz="1800" dirty="0" err="1"/>
              <a:t>submenu</a:t>
            </a:r>
            <a:r>
              <a:rPr lang="fr-FR" sz="1800" dirty="0"/>
              <a:t> API Keys</a:t>
            </a:r>
          </a:p>
          <a:p>
            <a:pPr marL="0" indent="0">
              <a:buNone/>
            </a:pPr>
            <a:r>
              <a:rPr lang="fr-FR" sz="1800" dirty="0" err="1"/>
              <a:t>From</a:t>
            </a:r>
            <a:r>
              <a:rPr lang="fr-FR" sz="1800" dirty="0"/>
              <a:t> </a:t>
            </a:r>
            <a:r>
              <a:rPr lang="fr-FR" sz="1800" dirty="0" err="1"/>
              <a:t>there</a:t>
            </a:r>
            <a:r>
              <a:rPr lang="fr-FR" sz="1800" dirty="0"/>
              <a:t>, </a:t>
            </a:r>
            <a:r>
              <a:rPr lang="fr-FR" sz="1800" dirty="0" err="1"/>
              <a:t>you</a:t>
            </a:r>
            <a:r>
              <a:rPr lang="fr-FR" sz="1800" dirty="0"/>
              <a:t> can use an </a:t>
            </a:r>
            <a:r>
              <a:rPr lang="fr-FR" sz="1800" dirty="0" err="1"/>
              <a:t>existing</a:t>
            </a:r>
            <a:r>
              <a:rPr lang="fr-FR" sz="1800" dirty="0"/>
              <a:t> key or </a:t>
            </a:r>
            <a:r>
              <a:rPr lang="fr-FR" sz="1800" dirty="0" err="1"/>
              <a:t>create</a:t>
            </a:r>
            <a:r>
              <a:rPr lang="fr-FR" sz="1800" dirty="0"/>
              <a:t> a new one</a:t>
            </a:r>
          </a:p>
          <a:p>
            <a:pPr marL="0" indent="0">
              <a:buNone/>
            </a:pPr>
            <a:r>
              <a:rPr lang="fr-FR" sz="1800" dirty="0"/>
              <a:t>Check API Key : </a:t>
            </a:r>
          </a:p>
          <a:p>
            <a:pPr marL="0" indent="0">
              <a:buNone/>
            </a:pPr>
            <a:r>
              <a:rPr lang="fr-FR" sz="1800" dirty="0" err="1"/>
              <a:t>curl</a:t>
            </a:r>
            <a:r>
              <a:rPr lang="fr-FR" sz="1800" dirty="0"/>
              <a:t> "</a:t>
            </a:r>
            <a:r>
              <a:rPr lang="fr-FR" sz="1800" dirty="0">
                <a:hlinkClick r:id="rId2"/>
              </a:rPr>
              <a:t>https://XXX-YOUR-MAS-XXX</a:t>
            </a:r>
            <a:r>
              <a:rPr lang="fr-FR" sz="1800" dirty="0"/>
              <a:t>/</a:t>
            </a:r>
            <a:r>
              <a:rPr lang="fr-FR" sz="1800" dirty="0" err="1"/>
              <a:t>maximo</a:t>
            </a:r>
            <a:r>
              <a:rPr lang="fr-FR" sz="1800" dirty="0"/>
              <a:t>/api/os/</a:t>
            </a:r>
            <a:r>
              <a:rPr lang="fr-FR" sz="1800" dirty="0" err="1"/>
              <a:t>mxapiasset?lean</a:t>
            </a:r>
            <a:r>
              <a:rPr lang="fr-FR" sz="1800" dirty="0"/>
              <a:t>=1" -H "</a:t>
            </a:r>
            <a:r>
              <a:rPr lang="fr-FR" sz="1800" dirty="0" err="1"/>
              <a:t>accept</a:t>
            </a:r>
            <a:r>
              <a:rPr lang="fr-FR" sz="1800" dirty="0"/>
              <a:t>: application/</a:t>
            </a:r>
            <a:r>
              <a:rPr lang="fr-FR" sz="1800" dirty="0" err="1"/>
              <a:t>json</a:t>
            </a:r>
            <a:r>
              <a:rPr lang="fr-FR" sz="1800" dirty="0"/>
              <a:t>" -H "</a:t>
            </a:r>
            <a:r>
              <a:rPr lang="fr-FR" sz="1800" dirty="0" err="1"/>
              <a:t>apikey</a:t>
            </a:r>
            <a:r>
              <a:rPr lang="fr-FR" sz="1800" dirty="0"/>
              <a:t>: XXX-YOUR-APIKEY-XXX" -k –v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1800" dirty="0"/>
              <a:t>API documentation : </a:t>
            </a:r>
            <a:r>
              <a:rPr lang="fr-FR" sz="1800" dirty="0">
                <a:hlinkClick r:id="rId2"/>
              </a:rPr>
              <a:t>https://XXX-YOUR-MAS-XXX</a:t>
            </a:r>
            <a:r>
              <a:rPr lang="fr-FR" sz="1800" dirty="0"/>
              <a:t>/maximo/oas3/api.html</a:t>
            </a:r>
          </a:p>
        </p:txBody>
      </p:sp>
    </p:spTree>
    <p:extLst>
      <p:ext uri="{BB962C8B-B14F-4D97-AF65-F5344CB8AC3E}">
        <p14:creationId xmlns:p14="http://schemas.microsoft.com/office/powerpoint/2010/main" val="867387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94EE-C9FE-B213-4C07-9D213382C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11D8D9-0A85-B048-B8A8-9BAAC9DC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Instance API Key ( to consume callbacks in IWHI)</a:t>
            </a:r>
            <a:endParaRPr lang="fr-FR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0E1A62-FA9E-DDC7-E6EA-B2DD535BA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508125"/>
            <a:ext cx="10515600" cy="4488986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800" dirty="0"/>
              <a:t>To retrieve the X-INSTANCE-API-KEY, follow these steps:</a:t>
            </a:r>
          </a:p>
          <a:p>
            <a:r>
              <a:rPr lang="en-US" sz="1800" dirty="0"/>
              <a:t>	Log in to your IBM SaaS Console Subscriptions page.</a:t>
            </a:r>
          </a:p>
          <a:p>
            <a:r>
              <a:rPr lang="en-US" sz="1800" dirty="0"/>
              <a:t>	Find the subscription to which you want to add an API key and click View instances.</a:t>
            </a:r>
          </a:p>
          <a:p>
            <a:r>
              <a:rPr lang="en-US" sz="1800" dirty="0"/>
              <a:t>	In the table on the Instances tab, click the row of the instance where you want to add the API key.</a:t>
            </a:r>
          </a:p>
          <a:p>
            <a:r>
              <a:rPr lang="en-US" sz="1800" dirty="0"/>
              <a:t>	From the instance, select the API Keys tab and click Generate key.</a:t>
            </a:r>
          </a:p>
          <a:p>
            <a:r>
              <a:rPr lang="en-US" sz="1800" dirty="0"/>
              <a:t>	Choose a service ID, enter an API key name, optionally add a description, and select an expiration date.</a:t>
            </a:r>
          </a:p>
          <a:p>
            <a:r>
              <a:rPr lang="en-US" sz="1800" dirty="0"/>
              <a:t>	Click Generate key. The API key successfully created window opens.</a:t>
            </a:r>
          </a:p>
          <a:p>
            <a:r>
              <a:rPr lang="en-US" sz="1800" dirty="0"/>
              <a:t>	To copy the API key, click Copy to clipboard. You have a limited amount of time to copy the API key. The API key is unrecoverable. If lost, it must be reset.</a:t>
            </a:r>
          </a:p>
          <a:p>
            <a:r>
              <a:rPr lang="en-US" sz="1800" dirty="0"/>
              <a:t>	Close the window. The API key appears in the table on the API Keys tab.</a:t>
            </a:r>
          </a:p>
          <a:p>
            <a:pPr marL="0" indent="0">
              <a:buNone/>
            </a:pPr>
            <a:r>
              <a:rPr lang="en-US" sz="1800" dirty="0"/>
              <a:t>The X-INSTANCE-API-KEY is the API key that you generated and copied in step 7. This key is used for authentication when making requests to the API.</a:t>
            </a:r>
          </a:p>
        </p:txBody>
      </p:sp>
    </p:spTree>
    <p:extLst>
      <p:ext uri="{BB962C8B-B14F-4D97-AF65-F5344CB8AC3E}">
        <p14:creationId xmlns:p14="http://schemas.microsoft.com/office/powerpoint/2010/main" val="3378267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4BE9-56A4-E6ED-B86E-8FA04857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6BEAEE-C905-C0FE-7EE1-2CEB22CAF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ID (to consume callbacks in IWHI)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D291A6-90AC-96A0-FCC1-FFB9C2C2B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508125"/>
            <a:ext cx="10515600" cy="2857770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800" dirty="0"/>
              <a:t>The execution ID is mandatory to call the right callback.</a:t>
            </a:r>
          </a:p>
          <a:p>
            <a:pPr marL="0" indent="0">
              <a:buNone/>
            </a:pPr>
            <a:r>
              <a:rPr lang="en-US" sz="1800" dirty="0"/>
              <a:t>It needs to be propagated to external process.</a:t>
            </a:r>
          </a:p>
          <a:p>
            <a:pPr marL="0" indent="0">
              <a:buNone/>
            </a:pPr>
            <a:r>
              <a:rPr lang="en-US" sz="1800" dirty="0"/>
              <a:t>Simplest way : send the execution ID to the task/process that should use the callback</a:t>
            </a:r>
          </a:p>
          <a:p>
            <a:r>
              <a:rPr lang="en-US" sz="1800" dirty="0"/>
              <a:t>	execution ID can be retrieved in the workflow using the env value {{$</a:t>
            </a:r>
            <a:r>
              <a:rPr lang="en-US" sz="1800" dirty="0" err="1"/>
              <a:t>meta.execution_id</a:t>
            </a:r>
            <a:r>
              <a:rPr lang="en-US" sz="1800" dirty="0"/>
              <a:t>}}</a:t>
            </a:r>
          </a:p>
          <a:p>
            <a:r>
              <a:rPr lang="en-US" sz="1800" dirty="0"/>
              <a:t>	it should be sent to external process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Other way : expose a workflow that could retrieve the execution by call of the external process ( that should give a clue to retrieve proper execution ID !! )</a:t>
            </a:r>
          </a:p>
        </p:txBody>
      </p:sp>
    </p:spTree>
    <p:extLst>
      <p:ext uri="{BB962C8B-B14F-4D97-AF65-F5344CB8AC3E}">
        <p14:creationId xmlns:p14="http://schemas.microsoft.com/office/powerpoint/2010/main" val="3268816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D5307-6424-7854-FEB3-2CAFDDBF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16014-8C0E-AADE-F99A-D8654907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Slack instance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BBCFB6-1438-06E2-5F8F-7CDED83AA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508125"/>
            <a:ext cx="10515600" cy="1475853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800" dirty="0"/>
              <a:t>You should have a slack env with : </a:t>
            </a:r>
          </a:p>
          <a:p>
            <a:pPr marL="0" indent="0">
              <a:buNone/>
            </a:pP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Workspace : WWW-YOUR-WORKSPACE-XXX</a:t>
            </a:r>
          </a:p>
          <a:p>
            <a:pPr marL="0" indent="0">
              <a:buNone/>
            </a:pPr>
            <a:r>
              <a:rPr lang="en-US" sz="1800" dirty="0"/>
              <a:t>Username : xxx-your-email@doamin.com</a:t>
            </a:r>
          </a:p>
        </p:txBody>
      </p:sp>
    </p:spTree>
    <p:extLst>
      <p:ext uri="{BB962C8B-B14F-4D97-AF65-F5344CB8AC3E}">
        <p14:creationId xmlns:p14="http://schemas.microsoft.com/office/powerpoint/2010/main" val="789090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831A6-D713-6D06-A541-58C553D10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4B84C0-256E-E048-044E-C1FB905F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SAP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2ADC4D-1784-95E5-8927-8D812C324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2215002"/>
            <a:ext cx="10515600" cy="1475853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800" dirty="0"/>
              <a:t>Details :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Not used YET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82460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C6299-A2D4-5692-D60F-8F73C7212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B323DC-2910-7FD4-6EA8-181F53C18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Now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9EF491-96B2-8D5A-CD29-B9CF9E032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2215002"/>
            <a:ext cx="10515600" cy="2230932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800" dirty="0"/>
              <a:t>Details :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You need a ServiceNow trial </a:t>
            </a:r>
            <a:r>
              <a:rPr lang="en-US" sz="1800" dirty="0" err="1"/>
              <a:t>envitonment</a:t>
            </a:r>
            <a:r>
              <a:rPr lang="en-US" sz="1800" dirty="0"/>
              <a:t>, including : </a:t>
            </a:r>
          </a:p>
          <a:p>
            <a:pPr marL="0" indent="0">
              <a:buNone/>
            </a:pPr>
            <a:r>
              <a:rPr lang="en-US" sz="1800" dirty="0">
                <a:hlinkClick r:id="rId2"/>
              </a:rPr>
              <a:t>https://XXX-YOUR-servicenow-XXX</a:t>
            </a:r>
            <a:endParaRPr lang="en-US" sz="1800" dirty="0"/>
          </a:p>
          <a:p>
            <a:pPr marL="0" indent="0">
              <a:buNone/>
            </a:pPr>
            <a:r>
              <a:rPr lang="fr-FR" sz="1800" dirty="0"/>
              <a:t>login: XXX-YOUR-USERNAME-XXX</a:t>
            </a:r>
          </a:p>
          <a:p>
            <a:pPr marL="0" indent="0">
              <a:buNone/>
            </a:pPr>
            <a:r>
              <a:rPr lang="fr-FR" sz="1800" dirty="0" err="1"/>
              <a:t>pwd</a:t>
            </a:r>
            <a:r>
              <a:rPr lang="fr-FR" sz="1800" dirty="0"/>
              <a:t>: XXX-YOUR-PASSWORD-XXX</a:t>
            </a:r>
          </a:p>
        </p:txBody>
      </p:sp>
    </p:spTree>
    <p:extLst>
      <p:ext uri="{BB962C8B-B14F-4D97-AF65-F5344CB8AC3E}">
        <p14:creationId xmlns:p14="http://schemas.microsoft.com/office/powerpoint/2010/main" val="130421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E7F8-2926-BE98-F389-7A54AE8F2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8ADAB9-4346-A0F0-D021-CEE8DC74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EB7F46-71E8-90C2-94B5-284107C45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419" y="1767530"/>
            <a:ext cx="10515600" cy="347024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800" dirty="0"/>
              <a:t>You need a </a:t>
            </a:r>
            <a:r>
              <a:rPr lang="en-US" sz="1800" dirty="0" err="1"/>
              <a:t>mySQL</a:t>
            </a:r>
            <a:r>
              <a:rPr lang="en-US" sz="1800" dirty="0"/>
              <a:t> container to </a:t>
            </a:r>
            <a:r>
              <a:rPr lang="en-US" sz="1800" dirty="0" err="1"/>
              <a:t>simulmate</a:t>
            </a:r>
            <a:r>
              <a:rPr lang="en-US" sz="1800" dirty="0"/>
              <a:t> self-hosted database : </a:t>
            </a:r>
          </a:p>
          <a:p>
            <a:pPr marL="0" indent="0">
              <a:buNone/>
            </a:pPr>
            <a:r>
              <a:rPr lang="fr-FR" sz="1800" dirty="0" err="1"/>
              <a:t>Creation</a:t>
            </a:r>
            <a:r>
              <a:rPr lang="fr-FR" sz="1800" dirty="0"/>
              <a:t> of </a:t>
            </a:r>
            <a:r>
              <a:rPr lang="fr-FR" sz="1800" dirty="0" err="1"/>
              <a:t>msyql</a:t>
            </a:r>
            <a:r>
              <a:rPr lang="fr-FR" sz="1800" dirty="0"/>
              <a:t> container (do once)</a:t>
            </a:r>
            <a:br>
              <a:rPr lang="fr-FR" sz="1800" dirty="0"/>
            </a:br>
            <a:r>
              <a:rPr lang="fr-FR" sz="1800" dirty="0"/>
              <a:t>  docker run -d -p 3306:3306 --</a:t>
            </a:r>
            <a:r>
              <a:rPr lang="fr-FR" sz="1800" dirty="0" err="1"/>
              <a:t>name</a:t>
            </a:r>
            <a:r>
              <a:rPr lang="fr-FR" sz="1800" dirty="0"/>
              <a:t>=</a:t>
            </a:r>
            <a:r>
              <a:rPr lang="fr-FR" sz="1800" dirty="0" err="1"/>
              <a:t>mysql</a:t>
            </a:r>
            <a:r>
              <a:rPr lang="fr-FR" sz="1800" dirty="0"/>
              <a:t> –</a:t>
            </a:r>
            <a:r>
              <a:rPr lang="fr-FR" sz="1800" dirty="0" err="1"/>
              <a:t>hostname</a:t>
            </a:r>
            <a:r>
              <a:rPr lang="fr-FR" sz="1800" dirty="0"/>
              <a:t>=</a:t>
            </a:r>
            <a:r>
              <a:rPr lang="fr-FR" sz="1800" dirty="0" err="1"/>
              <a:t>mysql-svc</a:t>
            </a:r>
            <a:r>
              <a:rPr lang="fr-FR" sz="1800" dirty="0"/>
              <a:t> -e MYSQL_ROOT_PASSWORD=manage -d </a:t>
            </a:r>
            <a:r>
              <a:rPr lang="fr-FR" sz="1800" dirty="0" err="1"/>
              <a:t>mysql:latest</a:t>
            </a:r>
            <a:br>
              <a:rPr lang="fr-FR" sz="1800" dirty="0"/>
            </a:br>
            <a:endParaRPr lang="fr-FR" sz="1800" dirty="0"/>
          </a:p>
          <a:p>
            <a:pPr marL="0" indent="0">
              <a:buNone/>
            </a:pPr>
            <a:r>
              <a:rPr lang="fr-FR" sz="1800" dirty="0"/>
              <a:t>Go in the </a:t>
            </a:r>
            <a:r>
              <a:rPr lang="fr-FR" sz="1800" dirty="0" err="1"/>
              <a:t>container’s</a:t>
            </a:r>
            <a:r>
              <a:rPr lang="fr-FR" sz="1800" dirty="0"/>
              <a:t> command line and setup the </a:t>
            </a:r>
            <a:r>
              <a:rPr lang="fr-FR" sz="1800" dirty="0" err="1"/>
              <a:t>mySQL</a:t>
            </a:r>
            <a:r>
              <a:rPr lang="fr-FR" sz="1800" dirty="0"/>
              <a:t> admin DB password : </a:t>
            </a:r>
            <a:br>
              <a:rPr lang="fr-FR" sz="1800" dirty="0"/>
            </a:br>
            <a:r>
              <a:rPr lang="fr-FR" sz="1800" dirty="0"/>
              <a:t>  docker </a:t>
            </a:r>
            <a:r>
              <a:rPr lang="fr-FR" sz="1800" dirty="0" err="1"/>
              <a:t>exec</a:t>
            </a:r>
            <a:r>
              <a:rPr lang="fr-FR" sz="1800" dirty="0"/>
              <a:t> -</a:t>
            </a:r>
            <a:r>
              <a:rPr lang="fr-FR" sz="1800" dirty="0" err="1"/>
              <a:t>it</a:t>
            </a:r>
            <a:r>
              <a:rPr lang="fr-FR" sz="1800" dirty="0"/>
              <a:t> </a:t>
            </a:r>
            <a:r>
              <a:rPr lang="fr-FR" sz="1800" dirty="0" err="1"/>
              <a:t>mysql</a:t>
            </a:r>
            <a:r>
              <a:rPr lang="fr-FR" sz="1800" dirty="0"/>
              <a:t> /bin/</a:t>
            </a:r>
            <a:r>
              <a:rPr lang="fr-FR" sz="1800" dirty="0" err="1"/>
              <a:t>bash</a:t>
            </a:r>
            <a:br>
              <a:rPr lang="fr-FR" sz="1800" dirty="0"/>
            </a:br>
            <a:r>
              <a:rPr lang="fr-FR" sz="1800" dirty="0"/>
              <a:t>  </a:t>
            </a:r>
            <a:r>
              <a:rPr lang="fr-FR" sz="1800" dirty="0" err="1"/>
              <a:t>mysql</a:t>
            </a:r>
            <a:r>
              <a:rPr lang="fr-FR" sz="1800" dirty="0"/>
              <a:t> -u root -p</a:t>
            </a:r>
            <a:br>
              <a:rPr lang="fr-FR" sz="1800" dirty="0"/>
            </a:br>
            <a:r>
              <a:rPr lang="fr-FR" sz="1800" dirty="0"/>
              <a:t>  prompt &gt;  manage</a:t>
            </a:r>
            <a:br>
              <a:rPr lang="fr-FR" sz="1800" dirty="0"/>
            </a:br>
            <a:br>
              <a:rPr lang="fr-FR" sz="1800" dirty="0"/>
            </a:br>
            <a:r>
              <a:rPr lang="fr-FR" sz="1800" dirty="0"/>
              <a:t>You </a:t>
            </a:r>
            <a:r>
              <a:rPr lang="fr-FR" sz="1800" dirty="0" err="1"/>
              <a:t>should</a:t>
            </a:r>
            <a:r>
              <a:rPr lang="fr-FR" sz="1800" dirty="0"/>
              <a:t> have a </a:t>
            </a:r>
            <a:r>
              <a:rPr lang="fr-FR" sz="1800" dirty="0" err="1"/>
              <a:t>tool</a:t>
            </a:r>
            <a:r>
              <a:rPr lang="fr-FR" sz="1800" dirty="0"/>
              <a:t> to </a:t>
            </a:r>
            <a:r>
              <a:rPr lang="fr-FR" sz="1800" dirty="0" err="1"/>
              <a:t>see</a:t>
            </a:r>
            <a:r>
              <a:rPr lang="fr-FR" sz="1800" dirty="0"/>
              <a:t> the content of the DB, like « </a:t>
            </a:r>
            <a:r>
              <a:rPr lang="fr-FR" sz="1800" dirty="0" err="1"/>
              <a:t>dbeaver</a:t>
            </a:r>
            <a:r>
              <a:rPr lang="fr-FR" sz="1800" dirty="0"/>
              <a:t> »</a:t>
            </a:r>
          </a:p>
          <a:p>
            <a:pPr marL="0" indent="0"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925169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35E5-2FE3-5FF2-2979-E5CD88C4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5BC4C6-246A-FB07-B8C3-352F0D70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FlowService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4451C6-693C-A5C4-23FB-6ACB68CB0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419" y="1767530"/>
            <a:ext cx="10515600" cy="968470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800" dirty="0"/>
              <a:t>You should create a </a:t>
            </a:r>
            <a:r>
              <a:rPr lang="en-US" sz="1800" dirty="0" err="1"/>
              <a:t>FlowService</a:t>
            </a:r>
            <a:r>
              <a:rPr lang="en-US" sz="1800" dirty="0"/>
              <a:t> to deploy anywhere. </a:t>
            </a:r>
          </a:p>
          <a:p>
            <a:pPr marL="0" indent="0">
              <a:buNone/>
            </a:pPr>
            <a:r>
              <a:rPr lang="fr-FR" sz="1800" dirty="0"/>
              <a:t>You </a:t>
            </a:r>
            <a:r>
              <a:rPr lang="fr-FR" sz="1800" dirty="0" err="1"/>
              <a:t>would</a:t>
            </a:r>
            <a:r>
              <a:rPr lang="fr-FR" sz="1800" dirty="0"/>
              <a:t> </a:t>
            </a:r>
            <a:r>
              <a:rPr lang="fr-FR" sz="1800" dirty="0" err="1"/>
              <a:t>need</a:t>
            </a:r>
            <a:r>
              <a:rPr lang="fr-FR" sz="1800" dirty="0"/>
              <a:t> </a:t>
            </a:r>
            <a:br>
              <a:rPr lang="fr-FR" sz="1800" dirty="0"/>
            </a:br>
            <a:r>
              <a:rPr lang="fr-FR" sz="1800" dirty="0"/>
              <a:t>  </a:t>
            </a:r>
            <a:r>
              <a:rPr lang="fr-FR" sz="1800" dirty="0" err="1"/>
              <a:t>jdbc</a:t>
            </a:r>
            <a:r>
              <a:rPr lang="fr-FR" sz="1800" dirty="0"/>
              <a:t> adapter : com.mysql.jdbc.jdbc2.optional.MysqlDataSource</a:t>
            </a:r>
          </a:p>
        </p:txBody>
      </p:sp>
    </p:spTree>
    <p:extLst>
      <p:ext uri="{BB962C8B-B14F-4D97-AF65-F5344CB8AC3E}">
        <p14:creationId xmlns:p14="http://schemas.microsoft.com/office/powerpoint/2010/main" val="282076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35516-9DCE-B2FE-9EFB-00B5F3B12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C59ECD-46EE-F92B-3459-AA49C5B2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the </a:t>
            </a:r>
            <a:r>
              <a:rPr lang="en-US" dirty="0" err="1"/>
              <a:t>FlowService</a:t>
            </a:r>
            <a:r>
              <a:rPr lang="en-US" dirty="0"/>
              <a:t> to MSR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EF4F9C-DEE5-4F66-10C3-A152B74C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799955"/>
            <a:ext cx="10515600" cy="3854966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800" dirty="0"/>
              <a:t>Details : from the UI in IWHI , follow the instructions</a:t>
            </a:r>
          </a:p>
          <a:p>
            <a:pPr marL="0" indent="0">
              <a:buNone/>
            </a:pPr>
            <a:r>
              <a:rPr lang="en-US" sz="1800" dirty="0"/>
              <a:t>docker login -u "Thierry-Milliard-</a:t>
            </a:r>
            <a:r>
              <a:rPr lang="en-US" sz="1800" dirty="0" err="1"/>
              <a:t>ibm</a:t>
            </a:r>
            <a:r>
              <a:rPr lang="en-US" sz="1800" dirty="0"/>
              <a:t>-com" -p “XXX-YOUR-TOKEN-XXX" iwhicr.azurecr.io</a:t>
            </a:r>
          </a:p>
          <a:p>
            <a:pPr marL="0" indent="0">
              <a:buNone/>
            </a:pPr>
            <a:r>
              <a:rPr lang="en-US" sz="1800" dirty="0"/>
              <a:t>docker pull iwhicr.azurecr.io/webmethods-edge-runtime:11.2.4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highlight>
                  <a:srgbClr val="C0C0C0"/>
                </a:highlight>
              </a:rPr>
              <a:t>docker run -p 5555:5555 -d -e SAG_IS_CLOUD_REGISTER_URL=https://</a:t>
            </a:r>
            <a:r>
              <a:rPr lang="en-US" sz="1800" dirty="0">
                <a:solidFill>
                  <a:srgbClr val="7030A0"/>
                </a:solidFill>
                <a:highlight>
                  <a:srgbClr val="C0C0C0"/>
                </a:highlight>
              </a:rPr>
              <a:t>dev5312404.a-fra-c1.int.ipaas.automation.ibm.com </a:t>
            </a:r>
            <a:r>
              <a:rPr lang="en-US" sz="1800" dirty="0">
                <a:highlight>
                  <a:srgbClr val="C0C0C0"/>
                </a:highlight>
              </a:rPr>
              <a:t>-e SAG_IS_EDGE_CLOUD_ALIAS=</a:t>
            </a:r>
            <a:r>
              <a:rPr lang="en-US" sz="1800" dirty="0" err="1">
                <a:highlight>
                  <a:srgbClr val="C0C0C0"/>
                </a:highlight>
              </a:rPr>
              <a:t>EdgeRuntime_FR_TM_MaximoDemo_Local</a:t>
            </a:r>
            <a:r>
              <a:rPr lang="en-US" sz="1800" dirty="0">
                <a:highlight>
                  <a:srgbClr val="C0C0C0"/>
                </a:highlight>
              </a:rPr>
              <a:t> -e SAG_IS_CLOUD_REGISTER_TOKEN=</a:t>
            </a:r>
            <a:r>
              <a:rPr lang="en-US" sz="1800" dirty="0">
                <a:solidFill>
                  <a:srgbClr val="FFFF00"/>
                </a:solidFill>
                <a:highlight>
                  <a:srgbClr val="C0C0C0"/>
                </a:highlight>
              </a:rPr>
              <a:t>a52925eabe254fb6875f434581403191754c6910b47546a58c94f33c32da8e47</a:t>
            </a:r>
            <a:r>
              <a:rPr lang="en-US" sz="1800" dirty="0">
                <a:highlight>
                  <a:srgbClr val="C0C0C0"/>
                </a:highlight>
              </a:rPr>
              <a:t> --name=</a:t>
            </a:r>
            <a:r>
              <a:rPr lang="en-US" sz="1800" dirty="0" err="1">
                <a:highlight>
                  <a:srgbClr val="C0C0C0"/>
                </a:highlight>
              </a:rPr>
              <a:t>FR_TM_MaximoDemo_Local</a:t>
            </a:r>
            <a:r>
              <a:rPr lang="en-US" sz="1800" dirty="0">
                <a:highlight>
                  <a:srgbClr val="C0C0C0"/>
                </a:highlight>
              </a:rPr>
              <a:t> iwhicr.azurecr.io/webmethods-edge-runtime:11.2.4</a:t>
            </a:r>
          </a:p>
          <a:p>
            <a:pPr marL="0" indent="0">
              <a:buNone/>
            </a:pPr>
            <a:r>
              <a:rPr lang="en-US" sz="1800" dirty="0"/>
              <a:t>The URL provided depends on your environment</a:t>
            </a:r>
          </a:p>
          <a:p>
            <a:pPr marL="0" indent="0">
              <a:buNone/>
            </a:pPr>
            <a:r>
              <a:rPr lang="en-US" sz="1800" dirty="0"/>
              <a:t>For MSR to survive a stop/restart of the machine hosting it, you have to change the SAG_IS_CLOUD_REGISTER_TOKEN and use one that will last longer ( lifetime) </a:t>
            </a:r>
          </a:p>
        </p:txBody>
      </p:sp>
    </p:spTree>
    <p:extLst>
      <p:ext uri="{BB962C8B-B14F-4D97-AF65-F5344CB8AC3E}">
        <p14:creationId xmlns:p14="http://schemas.microsoft.com/office/powerpoint/2010/main" val="15764664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830</Words>
  <Application>Microsoft Office PowerPoint</Application>
  <PresentationFormat>Grand écran</PresentationFormat>
  <Paragraphs>72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Maximo IWHI synergy demo</vt:lpstr>
      <vt:lpstr>Salesforce account</vt:lpstr>
      <vt:lpstr>Maximo Environment</vt:lpstr>
      <vt:lpstr>Instance API Key ( to consume callbacks in IWHI)</vt:lpstr>
      <vt:lpstr>Execution ID (to consume callbacks in IWHI)</vt:lpstr>
      <vt:lpstr>Slack instance</vt:lpstr>
      <vt:lpstr>SAP</vt:lpstr>
      <vt:lpstr>Service Now</vt:lpstr>
      <vt:lpstr>mySql</vt:lpstr>
      <vt:lpstr>FlowService</vt:lpstr>
      <vt:lpstr>Deploying the FlowService to MSR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Thierry Milliard</dc:creator>
  <cp:lastModifiedBy>Thierry Milliard</cp:lastModifiedBy>
  <cp:revision>1</cp:revision>
  <dcterms:created xsi:type="dcterms:W3CDTF">2026-03-05T14:37:38Z</dcterms:created>
  <dcterms:modified xsi:type="dcterms:W3CDTF">2026-03-31T14:44:21Z</dcterms:modified>
</cp:coreProperties>
</file>